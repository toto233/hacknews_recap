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09728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vibe coding：先别急着神化 AI，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先让它真的帮上忙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96112" y="30632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工具只是开始。真正拉开差距的，是谁先把它用成习惯、流程和复利。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96112" y="5943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</a:rPr>
              <a:t>分享文案 / PPT 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800" y="62636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</a:rPr>
              <a:t>01 / 28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开场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今天不想讲一场“AI 改变世界”的空话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不卖工具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不喊口号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不证明谁更懂 AI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430301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9862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只讲一件事：怎么真的把它用起来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这不是传教。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这是一场关于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“怎么真的用起来”的分享。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定义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我说的 vibe coding，不是玄学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不是炫技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不是跟风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不是为了学 AI 而学 AI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430301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9862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是在真实问题里，尽早学会和机器配合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你不是在调用一个工具。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你是在和一种新的能力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建立合作关系。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定义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核心其实很朴素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早点开始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做自己真的会用的东西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别怕出错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430301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9862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把成功和失败都变成自己的系统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不是求一把到位。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而是让每一次尝试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都能留下点东西。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起步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越早开始，得到的越不只是效率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习惯优势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反馈优势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迭代优势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430301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9862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复利优势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越早开始，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你越早拥有试错的时间。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起步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在 agent 之前，AI 就已经在改变人了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学习方式变了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提问方式变了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思考结构变了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430301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9862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成长速度变了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最早改变的，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未必是“替你做事”，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而是“先改变你怎么想问题”。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边界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顺便说清楚：它不是什么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不是完美主义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不是大型炫技项目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不是先把理论全搞懂才开始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430301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9862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不是准备三个月再迈第一步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很多时候，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“准备好了再开始”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只是更高级的拖延。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边界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先做一个你明天还会继续用的东西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一个脚本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一个小工具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一个自动化流程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430301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9862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一个你自己离不开的小系统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别总做展示给别人看的东西。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多做一点你自己真的离不开的东西。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工具演进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同一件事，不同阶段，工具关注点完全不同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过去：帮你写代码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现在：帮你把事情做完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未来：帮你处理更完整的数字生活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不要横着看一堆工具。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更值得看的是：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工具角色怎么一步步变。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工具演进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IDE 改变的是“写”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补全更自然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修改更高效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理解仓库更完整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430301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9862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从辅助慢慢走向自主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最早被 AI 改掉的，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是“一个人从零敲到尾”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这件事。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工具演进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终端 agent 改变的是“做”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读仓库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跑命令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产出 diff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430301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9862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验证结果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68680" y="5103368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5030216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持续迭代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它不只是帮你生成代码。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它开始试图跟你一起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把任务推进完。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工具演进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再往前一步：从写代码工具到个人助理框架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消息与沟通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文件与知识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Shell 与自动化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430301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9862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浏览器与设备控制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68680" y="5103368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5030216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定时任务与长期运行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不再只是一个界面。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它开始像一个系统。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最重要的不是你用了哪个工具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真正关键的是：有没有形成可复利的系统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让 AI 帮你快速把想法跑起来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在迭代里学习它，也让它适应你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430301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9862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把每一次成功都留下来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工具名会变。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真正拉开差距的，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是你有没有方法。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把一次性对话，变成可重复流程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把偶然成功，变成可复制结果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把不可控风险，变成可回滚版本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把聊天记录，变成模板、脚本、文档和规则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一次顺手不值钱。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可重复，才值钱。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工程习惯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别先想着让 AI 永远不犯错，先让自己随时能回头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每到可运行状态就 commit 一次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大改动走分支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先看 diff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430301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9862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再跑测试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68680" y="5103368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5030216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最后再合并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别把安全感押在模型智商上。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要押在你的工程习惯上。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工程习惯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不是附属工具，是你的安全带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会犯错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而且经常是低级但致命的错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真正重要的不是它会不会错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430301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9862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而是错了以后，你能不能立刻回头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可回滚，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是和 AI 协作的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基本盘。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助理系统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真正有意思的，是 AI 开始像一个系统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不再只是一个聊天窗口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不再只是一个补全工具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开始进入更长、更真实的工作链条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430301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9862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有一点持续存在感，也有一点“助理”的样子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从回答问题，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走向长期协作。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助理系统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它的上限很高，下限也真的很低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配好了，像助理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配坏了，像灾难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规则越清楚，它越靠谱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430301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9862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文档越完善，它越像你的专属系统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别只盯着上限。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真正决定体验的，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常常是那些脆弱点。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助理系统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真实情况往往不是丝滑接管，而是先翻车，再补机制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一开始图快，容易把环境搞坏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吃过亏以后，才开始做备份和测试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工具会变，模型会变，只能靠机制保稳定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真正的成长，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不是一条顺滑上升曲线。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而是不断把坑变成机制。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助理系统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很多时候不是你不会用了，而是“它变了”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模型换了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版本升级了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默认策略改了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430301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9862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行为风格可能完全不同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不要把稳定性寄托在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某个模型“刚好顺手”上。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学习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不只是写代码，学习也可以做成 vibe coding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化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结构化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化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430301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9862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可复盘化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不只是帮你做事。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也可以帮你更好地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学习怎么做事。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结论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如果只看个人，结论其实不复杂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认真学习 AI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持续使用 AI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个人生产力大概率会显著提高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因为你得到的不只是一个工具。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而是一套会越来越强的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复利系统。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升华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</a:rPr>
              <a:t>AI 很强，为什么很多组织还没有明显变快？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10241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2402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“你能在任何地方看到计算机时代，除了生产率统计里”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54480" y="42976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5E748C"/>
                </a:solidFill>
              </a:rPr>
              <a:t>翻成人话就是：工具升级，不会自动等于生产力升级。</a:t>
            </a:r>
            <a:endParaRPr lang="en-US" sz="2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升华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真正限制生产力的，很多时候不是工具能力，而是组织方式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别把模型能力直接等同于经济产出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组织改造，很多时候比模型本身更稀缺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103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旧流程、旧激励、旧管理方式，会卡住新的生产力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个人可以先变快。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组织要变快，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就得改结构。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升华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技术像新引擎，管理方式像旧车架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只换发动机，不换车架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车不一定更快，甚至可能更难开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也是一样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不是简单加速。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它会倒逼你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重写一部分协作方式。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升华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如果只停留在“哪个工具更好用”，其实是不够的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新的生产力已经来了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我们有没有准备好新的协作方式去接住它？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前面的经验，不只是技巧。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它们也是过渡期的适应训练。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收束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最后我想把这件事收成两句话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对个人来说：把 AI 变成你的复利系统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103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对企业来说：AI 不是给旧流程加涡轮，而是逼你重画流程图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工具在升级。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真正难的是：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人和组织怎么跟上。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C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结束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064240" y="228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/ 28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566928"/>
            <a:ext cx="11384280" cy="0"/>
          </a:xfrm>
          <a:prstGeom prst="line">
            <a:avLst/>
          </a:prstGeom>
          <a:noFill/>
          <a:ln w="12700">
            <a:solidFill>
              <a:srgbClr val="D9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我们都猜过未来的软件开发会变成什么样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28800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更重要的，也许不是猜得多准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70230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29154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而是有没有亲手参与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68680" y="350266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EC1E4"/>
          </a:solidFill>
          <a:ln w="12700">
            <a:solidFill>
              <a:srgbClr val="6EC1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429508"/>
            <a:ext cx="49834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把那个未来一点点做出来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965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预测未来的最好方法，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就是去创造它。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726680" y="4754880"/>
            <a:ext cx="1920240" cy="0"/>
          </a:xfrm>
          <a:prstGeom prst="line">
            <a:avLst/>
          </a:prstGeom>
          <a:noFill/>
          <a:ln w="12700">
            <a:solidFill>
              <a:srgbClr val="6EC1E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coding：先别急着神化 AI，先让它真的帮上忙</dc:title>
  <dc:subject>vibe coding 分享</dc:subject>
  <dc:creator>OpenAI</dc:creator>
  <cp:lastModifiedBy>OpenAI</cp:lastModifiedBy>
  <cp:revision>1</cp:revision>
  <dcterms:created xsi:type="dcterms:W3CDTF">2026-03-30T18:03:20Z</dcterms:created>
  <dcterms:modified xsi:type="dcterms:W3CDTF">2026-03-30T18:03:20Z</dcterms:modified>
</cp:coreProperties>
</file>